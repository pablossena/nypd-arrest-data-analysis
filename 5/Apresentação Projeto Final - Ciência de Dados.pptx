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erif Display" charset="1" panose="000000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7257" y="2318391"/>
            <a:ext cx="12773486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Projeto Final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CIÊNCIA DE 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6040" y="8179266"/>
            <a:ext cx="733592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Leonardo Naime Lima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Pablo da Silva Sena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Dataset: NYPD Arrests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322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Registros de prisões da cidade de Nova Iorque (100.000 amostras); 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Dados demográficos dos suspeitos (Raça, Sexo e Faixa Etária);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Tipologia criminal e nível de gravidade (Crimes Graves, Leves e Infrações);  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Geolocalização: 5 Distritos (Boroughs) e Delegacias (Precincts);  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Temporalidade: Data e hora exata das ocorrências;  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Limitações: Desafio com mais de 50% de dados faltantes na coluna de idade.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Motivações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53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Segurança Pública: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criminalidade em grandes metrópoles como NY é um desafio complexo e de alto impacto social;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Decisões Baseadas em Dados: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É necessário ultrapassar o senso comum e utilizar estatísticas para entender a eficácia do policiamento;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Investigação de Viés: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Analisar se grupos demográficos específicos (como jovens ou minorias) são desproporcionalmente afetados;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Otimização de Recursos: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Identificar padrões sazonais e geográficos ("hotspots") permite alocar a força policial de forma mais inteligente;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Transparência: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Entender as falhas na coleta de dados (como a falta de registro de idades) é essencial para políticas públicas mais justas.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Hipóteses e Perguntas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539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P1: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faixa etária jovem (18-24 anos) apresenta uma incidência criminal desproporcionalmente maior?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P2: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 características demográficas (como a raça) influenciam a gravidade e o tipo do crime cometido?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H1: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Indivíduos mais jovens (18-24) tendem a cometer mais crimes do que faixas etárias mais avançadas;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H2: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Grupos demográficos específicos apresentam taxas de prisão significativamente menores (Ex: Asiáticos);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H3: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Existe uma correlação sazonal positiva, com maior ocorrência de crimes no verão em comparação ao inverno.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Integração e Limpeza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593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Qualidade dos Dados: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Dataset apresentou desafios de consistência e completude;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Correção Geográfica: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Identificação e correção de inconsistência no Precinct 114, que estava erroneamente associado a múltiplos distritos (Queens/Bronx/Manhattan);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Dados Faltantes (Crítico):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Diagnóstico de perda severa (&gt;50%) na variável age_group, identificada como Missing Not At Random (MNAR);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Estratégia Híbrida: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Separação do conjunto em dois: "Dados Limpos" (para modelos preditivos) e "Dados Completos" (com a categoria Unknown para análise de viés);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Padronização Temporal: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Conversão de datas e extração de componentes (Dia da Semana, Hora, Mês) para análise de sazonalidade;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Outliers e Armazenamento: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Análise via IQR (sem outliers detectados) e exportação otimizada em formato Parquet.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Resultados Principais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756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Sazonalidade Criminal: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Correlação positiva confirmada entre meses de verão e aumento no volume de prisões;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Concentração Geográfica: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Validação da Lei de Pareto, onde poucas delegacias (Precincts) concentram a maioria das ocorrências;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Viés de Dados (MNAR):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ausência de registro de idade (&gt;50%) não é aleatória, sendo significativamente maior no Bronx do que em outros distritos;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Predição de Jovens (P1):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 modelo Random Forest Otimizado apresentou a melhor performance (Acurácia: 86,78%);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Fatores Determinantes: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"Raça" e o "Distrito" foram as features mais importantes para identificar o perfil jovem;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Predição de Tipo de Crime (P2):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 Gradient Boosting foi o melhor modelo, porém com acurácia moderada (54,99%);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Limitação dos Dados: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Apenas características demográficas não são suficientes para prever a gravidade do crime (necessidade de fatores situacionais).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Recomendações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648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Padronização da Coleta de Dados: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Implementar protocolos rigorosos para o registro de idade nos distritos críticos (Bronx e Brooklyn), onde a perda de dados supera 60%;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Mitigação de Viés: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Revisar políticas públicas baseadas apenas em dados históricos, visto que o padrão Missing Not At Random (MNAR) pode distorcer estatísticas sobre criminalidade juvenil;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Alocação Sazonal Inteligente: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Ajustar as escalas de policiamento para fornecer reforço preventivo durante os meses de verão (Junho a Agosto), onde há pico confirmado de ocorrências;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Foco em "Hotspots":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Direcionar recursos e programas sociais especificamente para as delegacias que concentram a maior parte das prisões (Aplicação da Lei de Pareto);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Enriquecimento Analítico: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Integrar bases do Censo Demográfico para calcular taxas de criminalidade per capita, eliminando a distorção do tamanho populacional.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Lições aprendidas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756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Auditoria de Dados é Prioritária: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descoberta de que &gt;50% das idades faltavam (e que isso ocorria de forma enviesada/MNAR) ensinou que a investigação da qualidade dos dados precede qualquer modelagem;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Flexibilidade Metodológica: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Foi necessário adaptar as perguntas de pesquisa e criar uma "Estratégia Híbrida" (dados limpos vs. completos) para contornar a ausência de informações demográficas;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Limites da Predição: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acurácia de 55% na previsão do tipo de crime demonstrou que características demográficas sozinhas não explicam a complexidade criminal (necessidade de variáveis situacionais);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Eficiência de Ferramentas: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integração de DuckDB (SQL) com arquivos Parquet provou-se essencial para manipular e explorar grandes volumes de dados rapidamente;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Complexidade foi Necessária: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Ao contrário de problemas mais lineares, aqui os modelos de Ensemble (Random Forest/Gradient Boosting) foram obrigatórios para superar a performance dos modelos simples (Regressão Logística).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233825"/>
            <a:ext cx="162306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Trabalhos Futuros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00015"/>
            <a:ext cx="16230600" cy="431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Enriquecimento com Censo: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Cruzar os dados de prisões com o Censo Demográfico para calcular taxas de criminalidade per capita, eliminando vieses populacionais;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Imputação Avançada: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Aplicar técnicas de Machine Learning (como KNN Imputer ou MICE) para tentar recuperar a informação de idade perdida e validar se os padrões se mantêm;</a:t>
            </a:r>
          </a:p>
          <a:p>
            <a:pPr algn="l" marL="582928" indent="-291464" lvl="1">
              <a:lnSpc>
                <a:spcPts val="431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Análise Socioeconômica: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Integrar indicadores de renda, educação e desemprego por distrito para investigar as causas raízes da criminalidade (além das características demográficas);</a:t>
            </a:r>
          </a:p>
          <a:p>
            <a:pPr algn="l" marL="582928" indent="-291464" lvl="1">
              <a:lnSpc>
                <a:spcPts val="43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Previsão de Demanda: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Desenvolver modelos de Séries Temporais (como ARIMA ou Prophet) para prever o volume exato de ocorrências futuras, aproveitando a sazonalidade detectada.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OBRIGADO PELA ATENÇÃO!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17273" y="8158480"/>
            <a:ext cx="5053454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Leonardo Naime Lima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Pablo da Silva Sena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DAG6MToicBM</dc:identifier>
  <dcterms:modified xsi:type="dcterms:W3CDTF">2011-08-01T06:04:30Z</dcterms:modified>
  <cp:revision>1</cp:revision>
  <dc:title>Projeto Final - Ciência de Dados</dc:title>
</cp:coreProperties>
</file>