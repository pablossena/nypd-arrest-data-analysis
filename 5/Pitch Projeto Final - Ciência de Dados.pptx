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18288000" cy="10287000"/>
  <p:notesSz cx="6858000" cy="9144000"/>
  <p:embeddedFontLst>
    <p:embeddedFont>
      <p:font typeface="Poppins Bold" charset="1" panose="00000800000000000000"/>
      <p:regular r:id="rId8"/>
    </p:embeddedFont>
    <p:embeddedFont>
      <p:font typeface="Open Sauce Bold" charset="1" panose="00000800000000000000"/>
      <p:regular r:id="rId9"/>
    </p:embeddedFont>
    <p:embeddedFont>
      <p:font typeface="Open Sauce" charset="1" panose="00000500000000000000"/>
      <p:regular r:id="rId10"/>
    </p:embeddedFont>
    <p:embeddedFont>
      <p:font typeface="DM Serif Display" charset="1" panose="0000000000000000000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0" y="220017"/>
            <a:ext cx="18288000" cy="2522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64"/>
              </a:lnSpc>
            </a:pPr>
            <a:r>
              <a:rPr lang="en-US" sz="6831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ANÁLISE DAS PRISÕES EM NOVA YORK</a:t>
            </a:r>
          </a:p>
          <a:p>
            <a:pPr algn="ctr">
              <a:lnSpc>
                <a:spcPts val="3264"/>
              </a:lnSpc>
            </a:pPr>
          </a:p>
          <a:p>
            <a:pPr algn="ctr">
              <a:lnSpc>
                <a:spcPts val="3264"/>
              </a:lnSpc>
            </a:pPr>
          </a:p>
          <a:p>
            <a:pPr algn="ctr">
              <a:lnSpc>
                <a:spcPts val="3264"/>
              </a:lnSpc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206350" y="1940693"/>
            <a:ext cx="17875301" cy="14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Pergunta 1:</a:t>
            </a:r>
            <a:r>
              <a:rPr lang="en-US" sz="3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Jovens na faixa dos 18-24 cometem mais crimes que outras faixa etárias?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6350" y="3575070"/>
            <a:ext cx="17875301" cy="707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Pergunta 2:</a:t>
            </a:r>
            <a:r>
              <a:rPr lang="en-US" sz="3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 A raça da pessoa influência no crime que ela faz?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06350" y="4777693"/>
            <a:ext cx="17875301" cy="2193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9"/>
              </a:lnSpc>
              <a:spcBef>
                <a:spcPct val="0"/>
              </a:spcBef>
            </a:pPr>
            <a:r>
              <a:rPr lang="en-US" b="true" sz="3699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Problema encontrado</a:t>
            </a:r>
            <a:r>
              <a:rPr lang="en-US" sz="3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: Mais de 50% dos dados não continham a idade do infrator, principalmente  nos bairros brookly e bronx, mostrando que algo está errado com o cadastro das informações nesse distrito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6350" y="7807958"/>
            <a:ext cx="17875301" cy="14503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1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As descobertas dessa análise servem para a cidade de Nova York saber que horários é necessário ter mais policiais nas ruas e em quais bairros.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485814" y="2762204"/>
            <a:ext cx="9316373" cy="2453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160"/>
              </a:lnSpc>
            </a:pPr>
            <a:r>
              <a:rPr lang="en-US" sz="14400">
                <a:solidFill>
                  <a:srgbClr val="000000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FIM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80543" y="5328331"/>
            <a:ext cx="992691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400" spc="24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OBRIGADO PELA ATENÇÃO!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17273" y="8158480"/>
            <a:ext cx="5053454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Leonardo Naime Lima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000000">
                    <a:alpha val="49804"/>
                  </a:srgb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Pablo da Silva Sena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DAG6NHqBSpw</dc:identifier>
  <dcterms:modified xsi:type="dcterms:W3CDTF">2011-08-01T06:04:30Z</dcterms:modified>
  <cp:revision>1</cp:revision>
  <dc:title>Pitch Projeto Final - Ciência de Dados</dc:title>
</cp:coreProperties>
</file>